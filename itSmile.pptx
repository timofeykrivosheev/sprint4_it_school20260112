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AAD19-32F0-4E95-BC46-828F0A6EE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E291D7-7BA2-4963-8D43-BAA17E6D1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4AE4F1-8C22-47B9-AF88-2A57DE6C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55D76F-625D-4212-BB8F-CDB91EDE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50C32-CA29-4A4E-8FF4-C2251AA5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85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C121D-E651-48B9-A96B-CADB6915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23E29-D46D-448E-A7CB-FACB31BB4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18CEFD-6DE7-42E0-AE27-D15415603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DEDD27-F3B8-408F-820C-4074415BD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0BD4CE-2075-4A2A-8EED-9B0E5ADC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83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75138-A3A2-4340-B4C7-8678FB87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19DF6-4A7B-43D1-8594-6FD8C94C8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303D68-2718-4729-878B-27CF5FB9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F4B7A2-DB94-420B-BF94-05394A5D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DA11D4-CD67-4136-A5BD-B4D8DA31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6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BEFB1-46A3-4AFA-A8C9-840A55A6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8F45B-295F-4E09-AB76-1D2DFCFE2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250158-0061-435C-8E6A-93D3E8D28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C1574F-14E7-4805-8A92-C7531BB4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0E6EEB-E72C-4FF3-B908-1624D059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AC024-7B5E-49AD-95CF-A960C874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80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17011-E121-4157-B396-4B15A0EB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7029F4-1FCC-4950-A366-027481FDD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447DC4-2061-4318-A0C1-F8F3FACC0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209B26-5682-4752-847E-DB8E5D3D4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2B3D30-B235-416B-BB9D-EB59EC3AF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232290-94CD-407D-9A72-8E02B559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CEEC8D-FF9A-413E-A573-E450DC84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4A2361-90C3-474F-8089-050C14EE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45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80E5C-8DF8-4382-AC37-189026B9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49F7510-07F5-40A7-835E-E7C13321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9AE71D-5303-4769-BD45-EE1A883B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5FE93D-6D9B-42FC-9B67-12B046C5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3FDE5B5-2D9B-4929-8364-23BCB7CF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D2EC29-89D6-4958-B06A-57D44AA2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3DC6A8-7E73-43B7-93C5-8B165EE4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49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1C516-28FB-47A7-B21C-7F42F1EF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25208-AE5C-4579-BA2E-A3E42847D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AF12BF-4016-4C20-814B-CE3477509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F636B4-CA4A-4800-A260-335FD143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F340DE-34E0-448A-891B-2147B90B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3A482D-64DE-4757-9E28-036240C6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29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4C626-ADFD-4A20-B141-0FB1EAE9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BE5D4F-E84A-4F4D-BE79-4004A2FA0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06F931-8350-4175-82F9-351D1B51B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0D304C-CFAF-4676-BFF4-2E02B3E4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7F5DF8-8C7D-47D6-9A6E-7F4473E8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20B7BF-966F-4294-A3CB-923C37F0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01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3B649-2C53-48B2-A1DE-4E4B7D0D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23F878-A940-4B4C-BEDF-EA9BCBD9E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4F46A0-E0D5-4067-82E7-E2F964FFF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513804-3287-4ECF-A8A8-2341BE46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19849-26E9-4B44-821E-60526FE8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08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04C8BAC-2AF0-411C-99FD-5CFA6A676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79A707-C4D8-406B-B636-0EA0E83B7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491C7B-92A5-4D70-A81F-04E4BCC2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E2ABE4-26B2-4220-8860-A578D0711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4B7E92-61E5-41B8-AD47-270838CE7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223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B6F8BF-48D5-4BCF-90D6-D9116B64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51488F-0E34-4CF8-ACF7-B2B5E7189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0FC11A-167B-4A94-BE17-E6B1FA3B7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C93B6-B520-44B1-9FB9-6C0222007A17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5188BA-CFFE-491F-B259-CF2EC77B2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07867-CB3A-4FAE-85A7-EDFE412E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0407B-E886-4BC0-85CB-D2BBCECF4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93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0BD6A8-99BF-4296-9533-C9341AD08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56035" cy="2387600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Индивидуальный проект</a:t>
            </a:r>
            <a:br>
              <a:rPr lang="ru-RU" dirty="0"/>
            </a:br>
            <a:r>
              <a:rPr lang="ru-RU" dirty="0"/>
              <a:t>Игра «</a:t>
            </a:r>
            <a:r>
              <a:rPr lang="en-US" dirty="0"/>
              <a:t>Running Smiley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0F3B52-C9C1-4A11-AA23-8DEBF8F32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61" y="3951358"/>
            <a:ext cx="6718852" cy="2825266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Город: Новосибирск</a:t>
            </a:r>
          </a:p>
          <a:p>
            <a:pPr algn="l"/>
            <a:r>
              <a:rPr lang="ru-RU" dirty="0"/>
              <a:t>Площадка: МАОУ «Инженерный Лицей НГТУ»</a:t>
            </a:r>
          </a:p>
          <a:p>
            <a:pPr algn="l"/>
            <a:r>
              <a:rPr lang="ru-RU" dirty="0"/>
              <a:t>Учащийся: Кривошеев Тимофей 8г</a:t>
            </a:r>
          </a:p>
          <a:p>
            <a:pPr algn="l"/>
            <a:r>
              <a:rPr lang="ru-RU" dirty="0"/>
              <a:t>Преподаватель: </a:t>
            </a:r>
            <a:r>
              <a:rPr lang="ru-RU" dirty="0" err="1"/>
              <a:t>Муль</a:t>
            </a:r>
            <a:r>
              <a:rPr lang="ru-RU" dirty="0"/>
              <a:t> Павел </a:t>
            </a:r>
            <a:r>
              <a:rPr lang="ru-RU" dirty="0" err="1"/>
              <a:t>Фридрихович</a:t>
            </a:r>
            <a:endParaRPr lang="ru-RU" dirty="0"/>
          </a:p>
          <a:p>
            <a:pPr algn="l"/>
            <a:r>
              <a:rPr lang="ru-RU" dirty="0"/>
              <a:t>Дата: 12 января 2026г.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55E42-2DAA-413C-929D-FA3B81D634D2}"/>
              </a:ext>
            </a:extLst>
          </p:cNvPr>
          <p:cNvSpPr txBox="1"/>
          <p:nvPr/>
        </p:nvSpPr>
        <p:spPr>
          <a:xfrm>
            <a:off x="967409" y="543339"/>
            <a:ext cx="187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</a:t>
            </a:r>
            <a:r>
              <a:rPr lang="ru-RU" dirty="0"/>
              <a:t>школа Самсунг</a:t>
            </a:r>
          </a:p>
        </p:txBody>
      </p:sp>
      <p:pic>
        <p:nvPicPr>
          <p:cNvPr id="1027" name="Picture 3" descr="IT-школа Samsung\IT-направление и проектная деятельность - Казанский  (Приволжский) федеральный университет">
            <a:extLst>
              <a:ext uri="{FF2B5EF4-FFF2-40B4-BE49-F238E27FC236}">
                <a16:creationId xmlns:a16="http://schemas.microsoft.com/office/drawing/2014/main" id="{85C60878-9A38-43BE-8E24-E6DD2D441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4765" cy="151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92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7625B-23CB-4237-85EC-C718B842671A}"/>
              </a:ext>
            </a:extLst>
          </p:cNvPr>
          <p:cNvSpPr txBox="1"/>
          <p:nvPr/>
        </p:nvSpPr>
        <p:spPr>
          <a:xfrm>
            <a:off x="4691270" y="212035"/>
            <a:ext cx="2342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Главное меню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7B129-C741-4B2C-B0A1-A0659E22FB82}"/>
              </a:ext>
            </a:extLst>
          </p:cNvPr>
          <p:cNvSpPr txBox="1"/>
          <p:nvPr/>
        </p:nvSpPr>
        <p:spPr>
          <a:xfrm>
            <a:off x="1391478" y="2186608"/>
            <a:ext cx="237834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 кнопки:</a:t>
            </a:r>
          </a:p>
          <a:p>
            <a:r>
              <a:rPr lang="ru-RU" dirty="0"/>
              <a:t>1 – старт</a:t>
            </a:r>
          </a:p>
          <a:p>
            <a:r>
              <a:rPr lang="ru-RU" dirty="0"/>
              <a:t>2 – Выход</a:t>
            </a:r>
          </a:p>
          <a:p>
            <a:endParaRPr lang="ru-RU" dirty="0"/>
          </a:p>
          <a:p>
            <a:r>
              <a:rPr lang="ru-RU" dirty="0"/>
              <a:t>2 надписи:</a:t>
            </a:r>
          </a:p>
          <a:p>
            <a:r>
              <a:rPr lang="ru-RU" dirty="0"/>
              <a:t>1 – Лучший рекорд</a:t>
            </a:r>
          </a:p>
          <a:p>
            <a:r>
              <a:rPr lang="ru-RU" dirty="0"/>
              <a:t>2 – Последний рекорд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71A70A-EB1F-47B5-80F8-459AA3F44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963" y="1659220"/>
            <a:ext cx="31337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4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593CF8-BDD5-49FA-813B-878725B4C3BF}"/>
              </a:ext>
            </a:extLst>
          </p:cNvPr>
          <p:cNvSpPr txBox="1"/>
          <p:nvPr/>
        </p:nvSpPr>
        <p:spPr>
          <a:xfrm>
            <a:off x="5486400" y="397565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Игра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335A6-B875-49B9-984B-FE80F3165556}"/>
              </a:ext>
            </a:extLst>
          </p:cNvPr>
          <p:cNvSpPr txBox="1"/>
          <p:nvPr/>
        </p:nvSpPr>
        <p:spPr>
          <a:xfrm>
            <a:off x="543339" y="2292624"/>
            <a:ext cx="21203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Нужно увариваться от летящих в смайлика блоков с шипами, путешествуя по трем линиям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DEC5FF-C0B0-4C91-AEA9-4F36BD506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722" y="1158723"/>
            <a:ext cx="9117496" cy="481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4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1A0FFD-01DF-49F2-B27C-D5CD22113B1E}"/>
              </a:ext>
            </a:extLst>
          </p:cNvPr>
          <p:cNvSpPr txBox="1"/>
          <p:nvPr/>
        </p:nvSpPr>
        <p:spPr>
          <a:xfrm>
            <a:off x="4678017" y="503583"/>
            <a:ext cx="217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Классы приложения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66B867-FAD3-428B-A846-4D4B4BC93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627" y="1699105"/>
            <a:ext cx="2901812" cy="2788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779000-9D78-4687-A622-B795661BEB06}"/>
              </a:ext>
            </a:extLst>
          </p:cNvPr>
          <p:cNvSpPr txBox="1"/>
          <p:nvPr/>
        </p:nvSpPr>
        <p:spPr>
          <a:xfrm>
            <a:off x="745402" y="2831872"/>
            <a:ext cx="393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В приложении 6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3540664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E5DC7-C678-4C44-91AF-B5D9C896CB4D}"/>
              </a:ext>
            </a:extLst>
          </p:cNvPr>
          <p:cNvSpPr txBox="1"/>
          <p:nvPr/>
        </p:nvSpPr>
        <p:spPr>
          <a:xfrm>
            <a:off x="3880489" y="3105834"/>
            <a:ext cx="4431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9423089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78</Words>
  <Application>Microsoft Office PowerPoint</Application>
  <PresentationFormat>Широкоэкранный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Индивидуальный проект Игра «Running Smiley»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 Игра «Running Smiley»</dc:title>
  <dc:creator>KSG_3</dc:creator>
  <cp:lastModifiedBy>KSG_3</cp:lastModifiedBy>
  <cp:revision>4</cp:revision>
  <dcterms:created xsi:type="dcterms:W3CDTF">2026-01-11T06:27:52Z</dcterms:created>
  <dcterms:modified xsi:type="dcterms:W3CDTF">2026-01-11T09:07:43Z</dcterms:modified>
</cp:coreProperties>
</file>